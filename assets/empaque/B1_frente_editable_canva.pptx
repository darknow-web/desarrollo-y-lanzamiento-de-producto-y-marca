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550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60000" cy="5508000"/>
          </a:xfrm>
          <a:prstGeom prst="rect">
            <a:avLst/>
          </a:prstGeom>
          <a:solidFill>
            <a:srgbClr val="E8C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21120000">
            <a:off x="232941" y="26727"/>
            <a:ext cx="998319" cy="10056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1930"/>
              </a:lnSpc>
            </a:pPr>
            <a:r>
              <a:rPr sz="1781" b="0">
                <a:solidFill>
                  <a:srgbClr val="5C301E"/>
                </a:solidFill>
                <a:latin typeface="Caveat"/>
              </a:rPr>
              <a:t>Lo bueno</a:t>
            </a:r>
          </a:p>
          <a:p>
            <a:pPr algn="l">
              <a:lnSpc>
                <a:spcPct val="91930"/>
              </a:lnSpc>
            </a:pPr>
            <a:r>
              <a:rPr sz="1781" b="0">
                <a:solidFill>
                  <a:srgbClr val="5C301E"/>
                </a:solidFill>
                <a:latin typeface="Caveat"/>
              </a:rPr>
              <a:t>también</a:t>
            </a:r>
          </a:p>
          <a:p>
            <a:pPr algn="l">
              <a:lnSpc>
                <a:spcPct val="91930"/>
              </a:lnSpc>
            </a:pPr>
            <a:r>
              <a:rPr sz="1781" b="0">
                <a:solidFill>
                  <a:srgbClr val="5C301E"/>
                </a:solidFill>
                <a:latin typeface="Caveat"/>
              </a:rPr>
              <a:t>puede ser</a:t>
            </a:r>
          </a:p>
          <a:p>
            <a:pPr algn="l">
              <a:lnSpc>
                <a:spcPct val="91930"/>
              </a:lnSpc>
            </a:pPr>
            <a:r>
              <a:rPr sz="1781" b="0">
                <a:solidFill>
                  <a:srgbClr val="5C301E"/>
                </a:solidFill>
                <a:latin typeface="Caveat"/>
              </a:rPr>
              <a:t>delicioso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58235" y="673200"/>
            <a:ext cx="99832" cy="53550"/>
          </a:xfrm>
          <a:prstGeom prst="line">
            <a:avLst/>
          </a:prstGeom>
          <a:ln w="18302">
            <a:solidFill>
              <a:srgbClr val="5C3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91512" y="589050"/>
            <a:ext cx="83193" cy="38250"/>
          </a:xfrm>
          <a:prstGeom prst="line">
            <a:avLst/>
          </a:prstGeom>
          <a:ln w="18302">
            <a:solidFill>
              <a:srgbClr val="5C3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56554" y="367200"/>
            <a:ext cx="99832" cy="53550"/>
          </a:xfrm>
          <a:prstGeom prst="line">
            <a:avLst/>
          </a:prstGeom>
          <a:ln w="18302">
            <a:solidFill>
              <a:srgbClr val="5C3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81512" y="497250"/>
            <a:ext cx="99832" cy="22950"/>
          </a:xfrm>
          <a:prstGeom prst="line">
            <a:avLst/>
          </a:prstGeom>
          <a:ln w="18302">
            <a:solidFill>
              <a:srgbClr val="5C30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heart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672" y="918000"/>
            <a:ext cx="216302" cy="19966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52857" y="-166386"/>
            <a:ext cx="707142" cy="763086"/>
          </a:xfrm>
          <a:prstGeom prst="roundRect">
            <a:avLst>
              <a:gd name="adj" fmla="val 18823"/>
            </a:avLst>
          </a:prstGeom>
          <a:solidFill>
            <a:srgbClr val="63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52857" y="-45348"/>
            <a:ext cx="707142" cy="456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44" b="0">
                <a:solidFill>
                  <a:srgbClr val="F7ECDA"/>
                </a:solidFill>
                <a:latin typeface="Fredoka One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2857" y="270295"/>
            <a:ext cx="707142" cy="3837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382"/>
              </a:lnSpc>
            </a:pPr>
            <a:r>
              <a:rPr sz="1004" b="1">
                <a:solidFill>
                  <a:srgbClr val="F7ECDA"/>
                </a:solidFill>
                <a:latin typeface="Nunito"/>
              </a:rPr>
              <a:t>mini</a:t>
            </a:r>
          </a:p>
          <a:p>
            <a:pPr algn="ctr">
              <a:lnSpc>
                <a:spcPct val="104382"/>
              </a:lnSpc>
            </a:pPr>
            <a:r>
              <a:rPr sz="1004" b="1">
                <a:solidFill>
                  <a:srgbClr val="F7ECDA"/>
                </a:solidFill>
                <a:latin typeface="Nunito"/>
              </a:rPr>
              <a:t>brownies</a:t>
            </a:r>
          </a:p>
        </p:txBody>
      </p:sp>
      <p:pic>
        <p:nvPicPr>
          <p:cNvPr id="12" name="Picture 11" descr="logo_mount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731" y="550800"/>
            <a:ext cx="1281176" cy="5989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950312"/>
            <a:ext cx="3960000" cy="11626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9" b="0">
                <a:solidFill>
                  <a:srgbClr val="5C301E"/>
                </a:solidFill>
                <a:latin typeface="Fredoka One"/>
              </a:rPr>
              <a:t>Andi</a:t>
            </a:r>
            <a:r>
              <a:rPr sz="6509" b="0">
                <a:solidFill>
                  <a:srgbClr val="BA4036"/>
                </a:solidFill>
                <a:latin typeface="Fredoka One"/>
              </a:rPr>
              <a:t>Bite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1818671"/>
            <a:ext cx="3960000" cy="4005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89" b="1">
                <a:solidFill>
                  <a:srgbClr val="5C301E"/>
                </a:solidFill>
                <a:latin typeface="Nunito"/>
              </a:rPr>
              <a:t>Mini Brownie Nutritivo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2100" y="2180250"/>
            <a:ext cx="2712100" cy="391008"/>
          </a:xfrm>
          <a:prstGeom prst="roundRect">
            <a:avLst>
              <a:gd name="adj" fmla="val 29787"/>
            </a:avLst>
          </a:prstGeom>
          <a:solidFill>
            <a:srgbClr val="70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648907" y="2180250"/>
            <a:ext cx="166387" cy="359550"/>
          </a:xfrm>
          <a:custGeom>
            <a:avLst/>
            <a:gdLst/>
            <a:ahLst/>
            <a:cxnLst/>
            <a:rect l="l" t="t" r="r" b="b"/>
            <a:pathLst>
              <a:path w="166387" h="359550">
                <a:moveTo>
                  <a:pt x="0" y="45900"/>
                </a:moveTo>
                <a:lnTo>
                  <a:pt x="166387" y="0"/>
                </a:lnTo>
                <a:lnTo>
                  <a:pt x="166387" y="359550"/>
                </a:lnTo>
                <a:lnTo>
                  <a:pt x="0" y="328950"/>
                </a:lnTo>
                <a:lnTo>
                  <a:pt x="66555" y="183600"/>
                </a:lnTo>
                <a:lnTo>
                  <a:pt x="0" y="45900"/>
                </a:lnTo>
                <a:close/>
              </a:path>
            </a:pathLst>
          </a:custGeom>
          <a:solidFill>
            <a:srgbClr val="54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3361008" y="2180250"/>
            <a:ext cx="166386" cy="359550"/>
          </a:xfrm>
          <a:custGeom>
            <a:avLst/>
            <a:gdLst/>
            <a:ahLst/>
            <a:cxnLst/>
            <a:rect l="l" t="t" r="r" b="b"/>
            <a:pathLst>
              <a:path w="166386" h="359550">
                <a:moveTo>
                  <a:pt x="166386" y="45900"/>
                </a:moveTo>
                <a:lnTo>
                  <a:pt x="0" y="0"/>
                </a:lnTo>
                <a:lnTo>
                  <a:pt x="0" y="359550"/>
                </a:lnTo>
                <a:lnTo>
                  <a:pt x="166386" y="328950"/>
                </a:lnTo>
                <a:lnTo>
                  <a:pt x="99832" y="183600"/>
                </a:lnTo>
                <a:lnTo>
                  <a:pt x="166386" y="45900"/>
                </a:lnTo>
                <a:close/>
              </a:path>
            </a:pathLst>
          </a:custGeom>
          <a:solidFill>
            <a:srgbClr val="54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100" y="2207768"/>
            <a:ext cx="2712100" cy="324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79" b="1">
                <a:solidFill>
                  <a:srgbClr val="F7ECDA"/>
                </a:solidFill>
                <a:latin typeface="Nunito"/>
              </a:rPr>
              <a:t>Sangrecita + Cañihua + Cacao</a:t>
            </a:r>
          </a:p>
        </p:txBody>
      </p:sp>
      <p:pic>
        <p:nvPicPr>
          <p:cNvPr id="19" name="Picture 18" descr="illu_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55100"/>
            <a:ext cx="3960000" cy="19890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4498200"/>
            <a:ext cx="3960000" cy="1009799"/>
          </a:xfrm>
          <a:prstGeom prst="rect">
            <a:avLst/>
          </a:prstGeom>
          <a:solidFill>
            <a:srgbClr val="5A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_front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521" y="4781155"/>
            <a:ext cx="382689" cy="382689"/>
          </a:xfrm>
          <a:prstGeom prst="rect">
            <a:avLst/>
          </a:prstGeom>
        </p:spPr>
      </p:pic>
      <p:pic>
        <p:nvPicPr>
          <p:cNvPr id="22" name="Picture 21" descr="icon_front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6134" y="4781155"/>
            <a:ext cx="382689" cy="382689"/>
          </a:xfrm>
          <a:prstGeom prst="rect">
            <a:avLst/>
          </a:prstGeom>
        </p:spPr>
      </p:pic>
      <p:pic>
        <p:nvPicPr>
          <p:cNvPr id="23" name="Picture 22" descr="icon_front_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4621" y="4781155"/>
            <a:ext cx="382689" cy="38268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4705" y="5174851"/>
            <a:ext cx="998319" cy="4653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186"/>
              </a:lnSpc>
            </a:pPr>
            <a:r>
              <a:rPr sz="971" b="1">
                <a:solidFill>
                  <a:srgbClr val="F7ECDA"/>
                </a:solidFill>
                <a:latin typeface="Nunito"/>
              </a:rPr>
              <a:t>Fuente</a:t>
            </a:r>
          </a:p>
          <a:p>
            <a:pPr algn="ctr">
              <a:lnSpc>
                <a:spcPct val="130186"/>
              </a:lnSpc>
            </a:pPr>
            <a:r>
              <a:rPr sz="971" b="1">
                <a:solidFill>
                  <a:srgbClr val="F7ECDA"/>
                </a:solidFill>
                <a:latin typeface="Nunito"/>
              </a:rPr>
              <a:t>de hierro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8319" y="5175650"/>
            <a:ext cx="998319" cy="4638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4132"/>
              </a:lnSpc>
            </a:pPr>
            <a:r>
              <a:rPr sz="943" b="1">
                <a:solidFill>
                  <a:srgbClr val="F7ECDA"/>
                </a:solidFill>
                <a:latin typeface="Nunito"/>
              </a:rPr>
              <a:t>Buena fuente</a:t>
            </a:r>
          </a:p>
          <a:p>
            <a:pPr algn="ctr">
              <a:lnSpc>
                <a:spcPct val="134132"/>
              </a:lnSpc>
            </a:pPr>
            <a:r>
              <a:rPr sz="943" b="1">
                <a:solidFill>
                  <a:srgbClr val="F7ECDA"/>
                </a:solidFill>
                <a:latin typeface="Nunito"/>
              </a:rPr>
              <a:t>de proteína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96806" y="5176978"/>
            <a:ext cx="998319" cy="46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1248"/>
              </a:lnSpc>
            </a:pPr>
            <a:r>
              <a:rPr sz="895" b="1">
                <a:solidFill>
                  <a:srgbClr val="F7ECDA"/>
                </a:solidFill>
                <a:latin typeface="Nunito"/>
              </a:rPr>
              <a:t>Con ingredientes</a:t>
            </a:r>
          </a:p>
          <a:p>
            <a:pPr algn="ctr">
              <a:lnSpc>
                <a:spcPct val="141248"/>
              </a:lnSpc>
            </a:pPr>
            <a:r>
              <a:rPr sz="895" b="1">
                <a:solidFill>
                  <a:srgbClr val="F7ECDA"/>
                </a:solidFill>
                <a:latin typeface="Nunito"/>
              </a:rPr>
              <a:t>andinos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1344" y="4984306"/>
            <a:ext cx="748739" cy="2005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72" b="0">
                <a:solidFill>
                  <a:srgbClr val="F7ECDA"/>
                </a:solidFill>
                <a:latin typeface="Nunito"/>
              </a:rPr>
              <a:t>Peso neto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61344" y="5122290"/>
            <a:ext cx="748739" cy="3110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10" b="1">
                <a:solidFill>
                  <a:srgbClr val="F7ECDA"/>
                </a:solidFill>
                <a:latin typeface="Nunito"/>
              </a:rPr>
              <a:t>120 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