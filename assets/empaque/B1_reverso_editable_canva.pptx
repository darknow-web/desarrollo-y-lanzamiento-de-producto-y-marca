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550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60000" cy="5508000"/>
          </a:xfrm>
          <a:prstGeom prst="rect">
            <a:avLst/>
          </a:prstGeom>
          <a:solidFill>
            <a:srgbClr val="E8C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21420000">
            <a:off x="0" y="370364"/>
            <a:ext cx="3960000" cy="5440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3" b="0">
                <a:solidFill>
                  <a:srgbClr val="5C301E"/>
                </a:solidFill>
                <a:latin typeface="Caveat"/>
              </a:rPr>
              <a:t>De nuestra tierra,</a:t>
            </a:r>
          </a:p>
        </p:txBody>
      </p:sp>
      <p:sp>
        <p:nvSpPr>
          <p:cNvPr id="4" name="TextBox 3"/>
          <p:cNvSpPr txBox="1"/>
          <p:nvPr/>
        </p:nvSpPr>
        <p:spPr>
          <a:xfrm rot="21420000">
            <a:off x="0" y="731770"/>
            <a:ext cx="3960000" cy="54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62" b="0">
                <a:solidFill>
                  <a:srgbClr val="5C301E"/>
                </a:solidFill>
                <a:latin typeface="Caveat"/>
              </a:rPr>
              <a:t>a su lonchera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798947" y="648470"/>
            <a:ext cx="78158" cy="56041"/>
          </a:xfrm>
          <a:prstGeom prst="line">
            <a:avLst/>
          </a:prstGeom>
          <a:ln w="19105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72894" y="800581"/>
            <a:ext cx="95527" cy="16012"/>
          </a:xfrm>
          <a:prstGeom prst="line">
            <a:avLst/>
          </a:prstGeom>
          <a:ln w="19105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07631" y="912662"/>
            <a:ext cx="78158" cy="64047"/>
          </a:xfrm>
          <a:prstGeom prst="line">
            <a:avLst/>
          </a:prstGeom>
          <a:ln w="19105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917894" y="592430"/>
            <a:ext cx="78158" cy="64046"/>
          </a:xfrm>
          <a:prstGeom prst="line">
            <a:avLst/>
          </a:prstGeom>
          <a:ln w="19105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952631" y="768558"/>
            <a:ext cx="86842" cy="16011"/>
          </a:xfrm>
          <a:prstGeom prst="line">
            <a:avLst/>
          </a:prstGeom>
          <a:ln w="19105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943947" y="880639"/>
            <a:ext cx="78158" cy="64047"/>
          </a:xfrm>
          <a:prstGeom prst="line">
            <a:avLst/>
          </a:prstGeom>
          <a:ln w="19105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heart_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73" y="1096796"/>
            <a:ext cx="364736" cy="2778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1419625"/>
            <a:ext cx="3960000" cy="14575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39" b="0">
                <a:solidFill>
                  <a:srgbClr val="5C301E"/>
                </a:solidFill>
                <a:latin typeface="Nunito"/>
              </a:rPr>
              <a:t>Un mini brownie nutritivo, elaborado</a:t>
            </a:r>
          </a:p>
          <a:p>
            <a:pPr algn="ctr">
              <a:lnSpc>
                <a:spcPct val="142000"/>
              </a:lnSpc>
            </a:pPr>
            <a:r>
              <a:rPr sz="1339" b="0">
                <a:solidFill>
                  <a:srgbClr val="5C301E"/>
                </a:solidFill>
                <a:latin typeface="Nunito"/>
              </a:rPr>
              <a:t>con ingredientes peruanos, para que</a:t>
            </a:r>
          </a:p>
          <a:p>
            <a:pPr algn="ctr">
              <a:lnSpc>
                <a:spcPct val="142000"/>
              </a:lnSpc>
            </a:pPr>
            <a:r>
              <a:rPr sz="1339" b="0">
                <a:solidFill>
                  <a:srgbClr val="5C301E"/>
                </a:solidFill>
                <a:latin typeface="Nunito"/>
              </a:rPr>
              <a:t>cada bocado sea una fuente de energía</a:t>
            </a:r>
          </a:p>
          <a:p>
            <a:pPr algn="ctr">
              <a:lnSpc>
                <a:spcPct val="142000"/>
              </a:lnSpc>
            </a:pPr>
            <a:r>
              <a:rPr sz="1339" b="0">
                <a:solidFill>
                  <a:srgbClr val="5C301E"/>
                </a:solidFill>
                <a:latin typeface="Nunito"/>
              </a:rPr>
              <a:t>y sabor.</a:t>
            </a:r>
          </a:p>
        </p:txBody>
      </p:sp>
      <p:pic>
        <p:nvPicPr>
          <p:cNvPr id="13" name="Picture 12" descr="icon_back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68" y="2503514"/>
            <a:ext cx="468947" cy="468947"/>
          </a:xfrm>
          <a:prstGeom prst="rect">
            <a:avLst/>
          </a:prstGeom>
        </p:spPr>
      </p:pic>
      <p:pic>
        <p:nvPicPr>
          <p:cNvPr id="14" name="Picture 13" descr="icon_back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736" y="2503514"/>
            <a:ext cx="468947" cy="468947"/>
          </a:xfrm>
          <a:prstGeom prst="rect">
            <a:avLst/>
          </a:prstGeom>
        </p:spPr>
      </p:pic>
      <p:pic>
        <p:nvPicPr>
          <p:cNvPr id="15" name="Picture 14" descr="icon_back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105" y="2503514"/>
            <a:ext cx="468947" cy="468947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1328684" y="2497813"/>
            <a:ext cx="0" cy="800582"/>
          </a:xfrm>
          <a:prstGeom prst="line">
            <a:avLst/>
          </a:prstGeom>
          <a:ln w="13026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18421" y="2497813"/>
            <a:ext cx="0" cy="800582"/>
          </a:xfrm>
          <a:prstGeom prst="line">
            <a:avLst/>
          </a:prstGeom>
          <a:ln w="13026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8947" y="2974960"/>
            <a:ext cx="1215789" cy="585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60" b="1">
                <a:solidFill>
                  <a:srgbClr val="5C301E"/>
                </a:solidFill>
                <a:latin typeface="Nunito"/>
              </a:rPr>
              <a:t>Ingredientes</a:t>
            </a:r>
          </a:p>
          <a:p>
            <a:pPr algn="ctr">
              <a:lnSpc>
                <a:spcPct val="125000"/>
              </a:lnSpc>
            </a:pPr>
            <a:r>
              <a:rPr sz="1260" b="1">
                <a:solidFill>
                  <a:srgbClr val="5C301E"/>
                </a:solidFill>
                <a:latin typeface="Nunito"/>
              </a:rPr>
              <a:t>peruanos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1315" y="2975465"/>
            <a:ext cx="1215789" cy="584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820"/>
              </a:lnSpc>
            </a:pPr>
            <a:r>
              <a:rPr sz="1242" b="1">
                <a:solidFill>
                  <a:srgbClr val="5C301E"/>
                </a:solidFill>
                <a:latin typeface="Nunito"/>
              </a:rPr>
              <a:t>Nutrición</a:t>
            </a:r>
          </a:p>
          <a:p>
            <a:pPr algn="ctr">
              <a:lnSpc>
                <a:spcPct val="126820"/>
              </a:lnSpc>
            </a:pPr>
            <a:r>
              <a:rPr sz="1242" b="1">
                <a:solidFill>
                  <a:srgbClr val="5C301E"/>
                </a:solidFill>
                <a:latin typeface="Nunito"/>
              </a:rPr>
              <a:t>en cada bocado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3684" y="2974960"/>
            <a:ext cx="1215789" cy="585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60" b="1">
                <a:solidFill>
                  <a:srgbClr val="5C301E"/>
                </a:solidFill>
                <a:latin typeface="Nunito"/>
              </a:rPr>
              <a:t>Hecho</a:t>
            </a:r>
          </a:p>
          <a:p>
            <a:pPr algn="ctr">
              <a:lnSpc>
                <a:spcPct val="125000"/>
              </a:lnSpc>
            </a:pPr>
            <a:r>
              <a:rPr sz="1260" b="1">
                <a:solidFill>
                  <a:srgbClr val="5C301E"/>
                </a:solidFill>
                <a:latin typeface="Nunito"/>
              </a:rPr>
              <a:t>con amor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73" y="67783"/>
            <a:ext cx="3821052" cy="282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39" b="0">
                <a:solidFill>
                  <a:srgbClr val="5C301E"/>
                </a:solidFill>
                <a:latin typeface="Nunito"/>
              </a:rPr>
              <a:t>Ingredientes: cacao, avena, cañihua, sangrecita liofilizada, plátano, huevo, aceite vegetal, panela. Contiene huevo.</a:t>
            </a:r>
          </a:p>
          <a:p>
            <a:pPr algn="ctr">
              <a:lnSpc>
                <a:spcPct val="130000"/>
              </a:lnSpc>
            </a:pPr>
            <a:r>
              <a:rPr sz="439" b="0">
                <a:solidFill>
                  <a:srgbClr val="5C301E"/>
                </a:solidFill>
                <a:latin typeface="Nunito"/>
              </a:rPr>
              <a:t>6 unidades x 20 g  ·  Elaborado: ____/____/2026  ·  Consumir dentro de 5 días  ·  Hecho en Lima  ·  Prototipo de evaluación, no destinado a la venta.</a:t>
            </a:r>
          </a:p>
        </p:txBody>
      </p:sp>
      <p:pic>
        <p:nvPicPr>
          <p:cNvPr id="22" name="Picture 21" descr="landscape_b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554581"/>
            <a:ext cx="3960000" cy="19534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