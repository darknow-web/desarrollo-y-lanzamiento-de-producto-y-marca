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12000" cy="770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2000" cy="7703999"/>
          </a:xfrm>
          <a:prstGeom prst="rect">
            <a:avLst/>
          </a:prstGeom>
          <a:solidFill>
            <a:srgbClr val="E8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21120000">
            <a:off x="300705" y="43279"/>
            <a:ext cx="1288739" cy="12979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126"/>
              </a:lnSpc>
            </a:pPr>
            <a:r>
              <a:rPr sz="2294" b="0">
                <a:solidFill>
                  <a:srgbClr val="5C301E"/>
                </a:solidFill>
                <a:latin typeface="Caveat"/>
              </a:rPr>
              <a:t>Lo bueno</a:t>
            </a:r>
          </a:p>
          <a:p>
            <a:pPr algn="l">
              <a:lnSpc>
                <a:spcPct val="92126"/>
              </a:lnSpc>
            </a:pPr>
            <a:r>
              <a:rPr sz="2294" b="0">
                <a:solidFill>
                  <a:srgbClr val="5C301E"/>
                </a:solidFill>
                <a:latin typeface="Caveat"/>
              </a:rPr>
              <a:t>también</a:t>
            </a:r>
          </a:p>
          <a:p>
            <a:pPr algn="l">
              <a:lnSpc>
                <a:spcPct val="92126"/>
              </a:lnSpc>
            </a:pPr>
            <a:r>
              <a:rPr sz="2294" b="0">
                <a:solidFill>
                  <a:srgbClr val="5C301E"/>
                </a:solidFill>
                <a:latin typeface="Caveat"/>
              </a:rPr>
              <a:t>puede ser</a:t>
            </a:r>
          </a:p>
          <a:p>
            <a:pPr algn="l">
              <a:lnSpc>
                <a:spcPct val="92126"/>
              </a:lnSpc>
            </a:pPr>
            <a:r>
              <a:rPr sz="2294" b="0">
                <a:solidFill>
                  <a:srgbClr val="5C301E"/>
                </a:solidFill>
                <a:latin typeface="Caveat"/>
              </a:rPr>
              <a:t>delicioso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75176" y="945075"/>
            <a:ext cx="128874" cy="75177"/>
          </a:xfrm>
          <a:prstGeom prst="line">
            <a:avLst/>
          </a:prstGeom>
          <a:ln w="23626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8134" y="826941"/>
            <a:ext cx="107395" cy="53697"/>
          </a:xfrm>
          <a:prstGeom prst="line">
            <a:avLst/>
          </a:prstGeom>
          <a:ln w="23626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363915" y="515495"/>
            <a:ext cx="128874" cy="75177"/>
          </a:xfrm>
          <a:prstGeom prst="line">
            <a:avLst/>
          </a:prstGeom>
          <a:ln w="23626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96134" y="698067"/>
            <a:ext cx="128874" cy="32218"/>
          </a:xfrm>
          <a:prstGeom prst="line">
            <a:avLst/>
          </a:prstGeom>
          <a:ln w="23626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heart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04" y="1288739"/>
            <a:ext cx="279226" cy="2577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99142" y="-214789"/>
            <a:ext cx="912857" cy="1052470"/>
          </a:xfrm>
          <a:prstGeom prst="roundRect">
            <a:avLst>
              <a:gd name="adj" fmla="val 18823"/>
            </a:avLst>
          </a:prstGeom>
          <a:solidFill>
            <a:srgbClr val="63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9142" y="-56351"/>
            <a:ext cx="912857" cy="590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169" b="0">
                <a:solidFill>
                  <a:srgbClr val="F7ECDA"/>
                </a:solidFill>
                <a:latin typeface="Fredoka One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9142" y="382488"/>
            <a:ext cx="912857" cy="495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993"/>
              </a:lnSpc>
            </a:pPr>
            <a:r>
              <a:rPr sz="1301" b="1">
                <a:solidFill>
                  <a:srgbClr val="F7ECDA"/>
                </a:solidFill>
                <a:latin typeface="Nunito"/>
              </a:rPr>
              <a:t>mini</a:t>
            </a:r>
          </a:p>
          <a:p>
            <a:pPr algn="ctr">
              <a:lnSpc>
                <a:spcPct val="103993"/>
              </a:lnSpc>
            </a:pPr>
            <a:r>
              <a:rPr sz="1301" b="1">
                <a:solidFill>
                  <a:srgbClr val="F7ECDA"/>
                </a:solidFill>
                <a:latin typeface="Nunito"/>
              </a:rPr>
              <a:t>brownies</a:t>
            </a:r>
          </a:p>
        </p:txBody>
      </p:sp>
      <p:pic>
        <p:nvPicPr>
          <p:cNvPr id="12" name="Picture 11" descr="logo_mount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98" y="773243"/>
            <a:ext cx="1653882" cy="7732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1354588"/>
            <a:ext cx="5112000" cy="1500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5" b="0">
                <a:solidFill>
                  <a:srgbClr val="5C301E"/>
                </a:solidFill>
                <a:latin typeface="Fredoka One"/>
              </a:rPr>
              <a:t>Andi</a:t>
            </a:r>
            <a:r>
              <a:rPr sz="8405" b="0">
                <a:solidFill>
                  <a:srgbClr val="BA4036"/>
                </a:solidFill>
                <a:latin typeface="Fredoka One"/>
              </a:rPr>
              <a:t>Bite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559037"/>
            <a:ext cx="5112000" cy="51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81" b="1">
                <a:solidFill>
                  <a:srgbClr val="5C301E"/>
                </a:solidFill>
                <a:latin typeface="Nunito"/>
              </a:rPr>
              <a:t>Mini Brownie Nutritivo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5075" y="3060756"/>
            <a:ext cx="3501075" cy="504756"/>
          </a:xfrm>
          <a:prstGeom prst="roundRect">
            <a:avLst>
              <a:gd name="adj" fmla="val 29787"/>
            </a:avLst>
          </a:prstGeom>
          <a:solidFill>
            <a:srgbClr val="70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37680" y="3060756"/>
            <a:ext cx="214790" cy="504756"/>
          </a:xfrm>
          <a:custGeom>
            <a:avLst/>
            <a:gdLst/>
            <a:ahLst/>
            <a:cxnLst/>
            <a:rect l="l" t="t" r="r" b="b"/>
            <a:pathLst>
              <a:path w="214790" h="504756">
                <a:moveTo>
                  <a:pt x="0" y="64437"/>
                </a:moveTo>
                <a:lnTo>
                  <a:pt x="214790" y="0"/>
                </a:lnTo>
                <a:lnTo>
                  <a:pt x="214790" y="504756"/>
                </a:lnTo>
                <a:lnTo>
                  <a:pt x="0" y="461798"/>
                </a:lnTo>
                <a:lnTo>
                  <a:pt x="85916" y="257748"/>
                </a:lnTo>
                <a:lnTo>
                  <a:pt x="0" y="64437"/>
                </a:lnTo>
                <a:close/>
              </a:path>
            </a:pathLst>
          </a:custGeom>
          <a:solidFill>
            <a:srgbClr val="54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338756" y="3060756"/>
            <a:ext cx="214790" cy="504756"/>
          </a:xfrm>
          <a:custGeom>
            <a:avLst/>
            <a:gdLst/>
            <a:ahLst/>
            <a:cxnLst/>
            <a:rect l="l" t="t" r="r" b="b"/>
            <a:pathLst>
              <a:path w="214790" h="504756">
                <a:moveTo>
                  <a:pt x="214790" y="64437"/>
                </a:moveTo>
                <a:lnTo>
                  <a:pt x="0" y="0"/>
                </a:lnTo>
                <a:lnTo>
                  <a:pt x="0" y="504756"/>
                </a:lnTo>
                <a:lnTo>
                  <a:pt x="214790" y="461798"/>
                </a:lnTo>
                <a:lnTo>
                  <a:pt x="128874" y="257748"/>
                </a:lnTo>
                <a:lnTo>
                  <a:pt x="214790" y="64437"/>
                </a:lnTo>
                <a:close/>
              </a:path>
            </a:pathLst>
          </a:custGeom>
          <a:solidFill>
            <a:srgbClr val="54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075" y="3104128"/>
            <a:ext cx="3501075" cy="419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7" b="1">
                <a:solidFill>
                  <a:srgbClr val="F7ECDA"/>
                </a:solidFill>
                <a:latin typeface="Nunito"/>
              </a:rPr>
              <a:t>Sangrecita + Cañihua + Cacao</a:t>
            </a:r>
          </a:p>
        </p:txBody>
      </p:sp>
      <p:pic>
        <p:nvPicPr>
          <p:cNvPr id="19" name="Picture 18" descr="landscape_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4386"/>
            <a:ext cx="5112000" cy="26099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16000" y="4283999"/>
            <a:ext cx="4680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286386"/>
            <a:ext cx="5112000" cy="1417613"/>
          </a:xfrm>
          <a:prstGeom prst="rect">
            <a:avLst/>
          </a:prstGeom>
          <a:solidFill>
            <a:srgbClr val="5A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_fron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90" y="6705226"/>
            <a:ext cx="494016" cy="494016"/>
          </a:xfrm>
          <a:prstGeom prst="rect">
            <a:avLst/>
          </a:prstGeom>
        </p:spPr>
      </p:pic>
      <p:pic>
        <p:nvPicPr>
          <p:cNvPr id="23" name="Picture 22" descr="icon_front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100" y="6705226"/>
            <a:ext cx="494016" cy="494016"/>
          </a:xfrm>
          <a:prstGeom prst="rect">
            <a:avLst/>
          </a:prstGeom>
        </p:spPr>
      </p:pic>
      <p:pic>
        <p:nvPicPr>
          <p:cNvPr id="24" name="Picture 23" descr="icon_front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5966" y="6705226"/>
            <a:ext cx="494016" cy="4940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5529" y="7239365"/>
            <a:ext cx="1288739" cy="600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1542"/>
              </a:lnSpc>
            </a:pPr>
            <a:r>
              <a:rPr sz="1254" b="1">
                <a:solidFill>
                  <a:srgbClr val="F7ECDA"/>
                </a:solidFill>
                <a:latin typeface="Nunito"/>
              </a:rPr>
              <a:t>Fuente</a:t>
            </a:r>
          </a:p>
          <a:p>
            <a:pPr algn="ctr">
              <a:lnSpc>
                <a:spcPct val="141542"/>
              </a:lnSpc>
            </a:pPr>
            <a:r>
              <a:rPr sz="1254" b="1">
                <a:solidFill>
                  <a:srgbClr val="F7ECDA"/>
                </a:solidFill>
                <a:latin typeface="Nunito"/>
              </a:rPr>
              <a:t>de hierro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8739" y="7240195"/>
            <a:ext cx="1288739" cy="599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4972"/>
              </a:lnSpc>
            </a:pPr>
            <a:r>
              <a:rPr sz="1224" b="1">
                <a:solidFill>
                  <a:srgbClr val="F7ECDA"/>
                </a:solidFill>
                <a:latin typeface="Nunito"/>
              </a:rPr>
              <a:t>Buena fuente</a:t>
            </a:r>
          </a:p>
          <a:p>
            <a:pPr algn="ctr">
              <a:lnSpc>
                <a:spcPct val="144972"/>
              </a:lnSpc>
            </a:pPr>
            <a:r>
              <a:rPr sz="1224" b="1">
                <a:solidFill>
                  <a:srgbClr val="F7ECDA"/>
                </a:solidFill>
                <a:latin typeface="Nunito"/>
              </a:rPr>
              <a:t>de proteína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8605" y="7241917"/>
            <a:ext cx="1288739" cy="59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653"/>
              </a:lnSpc>
            </a:pPr>
            <a:r>
              <a:rPr sz="1163" b="1">
                <a:solidFill>
                  <a:srgbClr val="F7ECDA"/>
                </a:solidFill>
                <a:latin typeface="Nunito"/>
              </a:rPr>
              <a:t>Con ingredientes</a:t>
            </a:r>
          </a:p>
          <a:p>
            <a:pPr algn="ctr">
              <a:lnSpc>
                <a:spcPct val="152653"/>
              </a:lnSpc>
            </a:pPr>
            <a:r>
              <a:rPr sz="1163" b="1">
                <a:solidFill>
                  <a:srgbClr val="F7ECDA"/>
                </a:solidFill>
                <a:latin typeface="Nunito"/>
              </a:rPr>
              <a:t>andinos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1008" y="6970779"/>
            <a:ext cx="966554" cy="259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73" b="0">
                <a:solidFill>
                  <a:srgbClr val="F7ECDA"/>
                </a:solidFill>
                <a:latin typeface="Nunito"/>
              </a:rPr>
              <a:t>Peso neto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1008" y="7166105"/>
            <a:ext cx="966554" cy="401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0" b="1">
                <a:solidFill>
                  <a:srgbClr val="F7ECDA"/>
                </a:solidFill>
                <a:latin typeface="Nunito"/>
              </a:rPr>
              <a:t>120 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