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12000" cy="770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2000" cy="7703999"/>
          </a:xfrm>
          <a:prstGeom prst="rect">
            <a:avLst/>
          </a:prstGeom>
          <a:solidFill>
            <a:srgbClr val="E8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21420000">
            <a:off x="0" y="526382"/>
            <a:ext cx="5112000" cy="7020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28" b="0">
                <a:solidFill>
                  <a:srgbClr val="5C301E"/>
                </a:solidFill>
                <a:latin typeface="Caveat"/>
              </a:rPr>
              <a:t>De nuestra tierra,</a:t>
            </a:r>
          </a:p>
        </p:txBody>
      </p:sp>
      <p:sp>
        <p:nvSpPr>
          <p:cNvPr id="4" name="TextBox 3"/>
          <p:cNvSpPr txBox="1"/>
          <p:nvPr/>
        </p:nvSpPr>
        <p:spPr>
          <a:xfrm rot="21420000">
            <a:off x="0" y="1032328"/>
            <a:ext cx="5112000" cy="69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175" b="0">
                <a:solidFill>
                  <a:srgbClr val="5C301E"/>
                </a:solidFill>
                <a:latin typeface="Caveat"/>
              </a:rPr>
              <a:t>a su lonchera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31368" y="908052"/>
            <a:ext cx="100895" cy="78474"/>
          </a:xfrm>
          <a:prstGeom prst="line">
            <a:avLst/>
          </a:prstGeom>
          <a:ln w="24663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97736" y="1121052"/>
            <a:ext cx="123316" cy="22421"/>
          </a:xfrm>
          <a:prstGeom prst="line">
            <a:avLst/>
          </a:prstGeom>
          <a:ln w="24663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42578" y="1278000"/>
            <a:ext cx="100895" cy="89684"/>
          </a:xfrm>
          <a:prstGeom prst="line">
            <a:avLst/>
          </a:prstGeom>
          <a:ln w="24663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766736" y="829578"/>
            <a:ext cx="100895" cy="89685"/>
          </a:xfrm>
          <a:prstGeom prst="line">
            <a:avLst/>
          </a:prstGeom>
          <a:ln w="24663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811578" y="1076210"/>
            <a:ext cx="112106" cy="22421"/>
          </a:xfrm>
          <a:prstGeom prst="line">
            <a:avLst/>
          </a:prstGeom>
          <a:ln w="24663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00368" y="1233157"/>
            <a:ext cx="100895" cy="89685"/>
          </a:xfrm>
          <a:prstGeom prst="line">
            <a:avLst/>
          </a:prstGeom>
          <a:ln w="24663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eart_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684" y="1535842"/>
            <a:ext cx="470842" cy="358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1991795"/>
            <a:ext cx="5112000" cy="1881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736" b="0">
                <a:solidFill>
                  <a:srgbClr val="5C301E"/>
                </a:solidFill>
                <a:latin typeface="Nunito"/>
              </a:rPr>
              <a:t>Un mini brownie nutritivo, elaborado</a:t>
            </a:r>
          </a:p>
          <a:p>
            <a:pPr algn="ctr">
              <a:lnSpc>
                <a:spcPct val="142000"/>
              </a:lnSpc>
            </a:pPr>
            <a:r>
              <a:rPr sz="1736" b="0">
                <a:solidFill>
                  <a:srgbClr val="5C301E"/>
                </a:solidFill>
                <a:latin typeface="Nunito"/>
              </a:rPr>
              <a:t>con ingredientes peruanos, para que</a:t>
            </a:r>
          </a:p>
          <a:p>
            <a:pPr algn="ctr">
              <a:lnSpc>
                <a:spcPct val="142000"/>
              </a:lnSpc>
            </a:pPr>
            <a:r>
              <a:rPr sz="1736" b="0">
                <a:solidFill>
                  <a:srgbClr val="5C301E"/>
                </a:solidFill>
                <a:latin typeface="Nunito"/>
              </a:rPr>
              <a:t>cada bocado sea una fuente de energía</a:t>
            </a:r>
          </a:p>
          <a:p>
            <a:pPr algn="ctr">
              <a:lnSpc>
                <a:spcPct val="142000"/>
              </a:lnSpc>
            </a:pPr>
            <a:r>
              <a:rPr sz="1736" b="0">
                <a:solidFill>
                  <a:srgbClr val="5C301E"/>
                </a:solidFill>
                <a:latin typeface="Nunito"/>
              </a:rPr>
              <a:t>y sabor.</a:t>
            </a:r>
          </a:p>
        </p:txBody>
      </p:sp>
      <p:pic>
        <p:nvPicPr>
          <p:cNvPr id="13" name="Picture 12" descr="icon_back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21" y="3531315"/>
            <a:ext cx="605368" cy="605368"/>
          </a:xfrm>
          <a:prstGeom prst="rect">
            <a:avLst/>
          </a:prstGeom>
        </p:spPr>
      </p:pic>
      <p:pic>
        <p:nvPicPr>
          <p:cNvPr id="14" name="Picture 13" descr="icon_back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42" y="3531315"/>
            <a:ext cx="605368" cy="605368"/>
          </a:xfrm>
          <a:prstGeom prst="rect">
            <a:avLst/>
          </a:prstGeom>
        </p:spPr>
      </p:pic>
      <p:pic>
        <p:nvPicPr>
          <p:cNvPr id="15" name="Picture 14" descr="icon_back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263" y="3531315"/>
            <a:ext cx="605368" cy="605368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1715210" y="3497684"/>
            <a:ext cx="0" cy="1121052"/>
          </a:xfrm>
          <a:prstGeom prst="line">
            <a:avLst/>
          </a:prstGeom>
          <a:ln w="16815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51052" y="3497684"/>
            <a:ext cx="0" cy="1121052"/>
          </a:xfrm>
          <a:prstGeom prst="line">
            <a:avLst/>
          </a:prstGeom>
          <a:ln w="16815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9368" y="4166875"/>
            <a:ext cx="1569473" cy="76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7703"/>
              </a:lnSpc>
            </a:pPr>
            <a:r>
              <a:rPr sz="1728" b="1">
                <a:solidFill>
                  <a:srgbClr val="5C301E"/>
                </a:solidFill>
                <a:latin typeface="Nunito"/>
              </a:rPr>
              <a:t>Ingredientes</a:t>
            </a:r>
          </a:p>
          <a:p>
            <a:pPr algn="ctr">
              <a:lnSpc>
                <a:spcPct val="127703"/>
              </a:lnSpc>
            </a:pPr>
            <a:r>
              <a:rPr sz="1728" b="1">
                <a:solidFill>
                  <a:srgbClr val="5C301E"/>
                </a:solidFill>
                <a:latin typeface="Nunito"/>
              </a:rPr>
              <a:t>peruanos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789" y="4170213"/>
            <a:ext cx="1569473" cy="754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7187"/>
              </a:lnSpc>
            </a:pPr>
            <a:r>
              <a:rPr sz="1608" b="1">
                <a:solidFill>
                  <a:srgbClr val="5C301E"/>
                </a:solidFill>
                <a:latin typeface="Nunito"/>
              </a:rPr>
              <a:t>Nutrición</a:t>
            </a:r>
          </a:p>
          <a:p>
            <a:pPr algn="ctr">
              <a:lnSpc>
                <a:spcPct val="137187"/>
              </a:lnSpc>
            </a:pPr>
            <a:r>
              <a:rPr sz="1608" b="1">
                <a:solidFill>
                  <a:srgbClr val="5C301E"/>
                </a:solidFill>
                <a:latin typeface="Nunito"/>
              </a:rPr>
              <a:t>en cada bocado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6210" y="4165831"/>
            <a:ext cx="1569473" cy="762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65" b="1">
                <a:solidFill>
                  <a:srgbClr val="5C301E"/>
                </a:solidFill>
                <a:latin typeface="Nunito"/>
              </a:rPr>
              <a:t>Hecho</a:t>
            </a:r>
          </a:p>
          <a:p>
            <a:pPr algn="ctr">
              <a:lnSpc>
                <a:spcPct val="125000"/>
              </a:lnSpc>
            </a:pPr>
            <a:r>
              <a:rPr sz="1765" b="1">
                <a:solidFill>
                  <a:srgbClr val="5C301E"/>
                </a:solidFill>
                <a:latin typeface="Nunito"/>
              </a:rPr>
              <a:t>con amor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84" y="95789"/>
            <a:ext cx="4932631" cy="36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583" b="0">
                <a:solidFill>
                  <a:srgbClr val="5C301E"/>
                </a:solidFill>
                <a:latin typeface="Nunito"/>
              </a:rPr>
              <a:t>Ingredientes: cacao, avena, cañihua, sangrecita liofilizada, plátano, huevo, aceite vegetal, panela. Contiene huevo.</a:t>
            </a:r>
          </a:p>
          <a:p>
            <a:pPr algn="ctr">
              <a:lnSpc>
                <a:spcPct val="130000"/>
              </a:lnSpc>
            </a:pPr>
            <a:r>
              <a:rPr sz="583" b="0">
                <a:solidFill>
                  <a:srgbClr val="5C301E"/>
                </a:solidFill>
                <a:latin typeface="Nunito"/>
              </a:rPr>
              <a:t>6 unidades x 20 g  ·  Elaborado: ____/____/2026  ·  Consumir dentro de 5 días  ·  Hecho en Lima  ·  Prototipo de evaluación, no destinado a la venta.</a:t>
            </a:r>
          </a:p>
        </p:txBody>
      </p:sp>
      <p:pic>
        <p:nvPicPr>
          <p:cNvPr id="22" name="Picture 21" descr="landscape_b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77473"/>
            <a:ext cx="5112000" cy="27265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