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31b20d2-339a-1169-9426-e672b23e958e}">
          <p14:sldIdLst>
            <p14:sldId id="256"/>
          </p14:sldIdLst>
        </p14:section>
        <p14:section name="Análisis situacional" id="{12d8082d-3b33-7933-c49e-a0e1aff77ea5}">
          <p14:sldIdLst>
            <p14:sldId id="257"/>
            <p14:sldId id="258"/>
            <p14:sldId id="259"/>
            <p14:sldId id="260"/>
            <p14:sldId id="261"/>
          </p14:sldIdLst>
        </p14:section>
        <p14:section name="Cierre" id="{d2be1cf5-a655-80f5-f2f7-d3f74a7d970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rgbClr val="4A2018"/>
                </a:solidFill>
                <a:latin typeface="+mn-lt"/>
              </a:defRPr>
            </a:pPr>
            <a:r>
              <a:rPr sz="1500" b="1" i="0" u="none" strike="noStrike">
                <a:solidFill>
                  <a:srgbClr val="4A2018"/>
                </a:solidFill>
                <a:latin typeface="+mn-lt"/>
              </a:rPr>
              <a:t>Título del gráfico (unidad)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BA40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B1A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5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B1A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Portada. Cambiar el subtítulo. No mover el logo ni el empaque.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Separador de sección. Cambiar número, título, subtítulo e ícono (react-icons/fa).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Contenido con viñetas y dato clave. Máximo 3 viñetas de una línea; todo dato con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Tres tarjetas. La del centro va resaltada en rojo ladrillo.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Tabla. Encabezado café 4A2018, filas alternas crema FBF3E8, franja de conclusión 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Gráfico nativo (clic derecho &gt; Editar datos) con caja de lectura.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Cierre con el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89320"/>
            <a:ext cx="13258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BF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AndiBite · Grupo 2 · T2 Plan de marketing</a:t>
            </a:r>
            <a:endParaRPr lang="en-US" sz="1000" dirty="0"/>
          </a:p>
        </p:txBody>
      </p:sp>
      <p:pic>
        <p:nvPicPr>
          <p:cNvPr id="5" name="Image 0" descr="img/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391656"/>
            <a:ext cx="868680" cy="2971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5120640" cy="17556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Plan de marketing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y lanzamiento · T2 · [subtítulo del tema]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57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Grupo 2 · Diana Ayoso · Carlos Inga · Angie Blas · Patricia Cárdenas · Adela Robles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23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Desarrollo y lanzamiento de nuevos productos · Prof. Paola Cevallos · Octubre de 2026</a:t>
            </a:r>
            <a:endParaRPr lang="en-US" sz="1200" dirty="0"/>
          </a:p>
        </p:txBody>
      </p:sp>
      <p:pic>
        <p:nvPicPr>
          <p:cNvPr id="7" name="Image 1" descr="/home/user/Desarrollo-y-lanzamiento-de-producto-y-marca/assets/empaque/B1_f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77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2"/>
                </a:solidFill>
              </a:rPr>
              <a:t>Análisis situacional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PESTEL · Qué le importa al cliente · Benchmark · FODA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01000" y="1417320"/>
            <a:ext cx="3840480" cy="3840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4231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EN MAYÚSCULAS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de la diapositiva: una idea, máximo 50 caracteres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400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Primera idea clave en una frase corta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Segunda idea con un dato y su fuente (INEI 2026)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Tercera idea: qué significa para AndiBite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26680" y="1554480"/>
            <a:ext cx="3913632" cy="4526280"/>
          </a:xfrm>
          <a:prstGeom prst="roundRect">
            <a:avLst>
              <a:gd name="adj" fmla="val 28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01000" y="182880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DATO CLAVE</a:t>
            </a:r>
            <a:endParaRPr lang="en-US" sz="1400" dirty="0"/>
          </a:p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00 %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qué mide el dato · Fuente, año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Tres ideas en tres tarjetas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0354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11396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85716" y="187452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650" y="203545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5716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74152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8472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203545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48472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Tabla con encabezado café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1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2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4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79008"/>
            <a:ext cx="11091672" cy="502920"/>
          </a:xfrm>
          <a:prstGeom prst="roundRect">
            <a:avLst>
              <a:gd name="adj" fmla="val 4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77900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Franja de conclusión: la idea que el jurado debe recordar.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Gráfico con su lectura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463040"/>
          <a:ext cx="74980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554480"/>
            <a:ext cx="3547872" cy="452628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321040" y="182880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LECTURA</a:t>
            </a:r>
            <a:endParaRPr lang="en-US" sz="14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muestra el gráfico y qué decisión tomamos.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SLOGAN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Hierro medido. Sabor a brownie.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Frase de cierre o llamado a la acción</a:t>
            </a:r>
            <a:endParaRPr lang="en-US" sz="2400" dirty="0"/>
          </a:p>
        </p:txBody>
      </p:sp>
      <p:pic>
        <p:nvPicPr>
          <p:cNvPr id="5" name="Image 0" descr="/home/user/Desarrollo-y-lanzamiento-de-producto-y-marca/assets/empaque/B1_f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ndiBite">
  <a:themeElements>
    <a:clrScheme name="AndiBite">
      <a:dk1>
        <a:srgbClr val="3B1A14"/>
      </a:dk1>
      <a:lt1>
        <a:srgbClr val="FFFFFF"/>
      </a:lt1>
      <a:dk2>
        <a:srgbClr val="4A2018"/>
      </a:dk2>
      <a:lt2>
        <a:srgbClr val="FBF3E8"/>
      </a:lt2>
      <a:accent1>
        <a:srgbClr val="BA4036"/>
      </a:accent1>
      <a:accent2>
        <a:srgbClr val="6B3A2A"/>
      </a:accent2>
      <a:accent3>
        <a:srgbClr val="E3A33B"/>
      </a:accent3>
      <a:accent4>
        <a:srgbClr val="7C8A3A"/>
      </a:accent4>
      <a:accent5>
        <a:srgbClr val="D9B48F"/>
      </a:accent5>
      <a:accent6>
        <a:srgbClr val="8A1C2B"/>
      </a:accent6>
      <a:hlink>
        <a:srgbClr val="BA4036"/>
      </a:hlink>
      <a:folHlink>
        <a:srgbClr val="8A1C2B"/>
      </a:folHlink>
    </a:clrScheme>
    <a:fontScheme name="AndiBi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— T2 Plan de marketing</dc:title>
  <dc:subject>PptxGenJS Presentation</dc:subject>
  <dc:creator>Grupo 2</dc:creator>
  <cp:lastModifiedBy>Grupo 2</cp:lastModifiedBy>
  <cp:revision>1</cp:revision>
  <dcterms:created xsi:type="dcterms:W3CDTF">2026-10-19T01:11:14Z</dcterms:created>
  <dcterms:modified xsi:type="dcterms:W3CDTF">2026-10-19T01:11:14Z</dcterms:modified>
</cp:coreProperties>
</file>